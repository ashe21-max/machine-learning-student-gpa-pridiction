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ML PROJECT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charset="0"/>
              <a:buChar char="§"/>
            </a:pPr>
            <a:r>
              <a:t>Ethiopian Student GPA Prediction System</a:t>
            </a:r>
          </a:p>
          <a:p>
            <a:pPr>
              <a:buFont typeface="Wingdings" panose="05000000000000000000" charset="0"/>
              <a:buChar char="§"/>
            </a:pPr>
            <a:r>
              <a:t>Machine Learning Project</a:t>
            </a:r>
          </a:p>
          <a:p>
            <a:pPr>
              <a:buFont typeface="Wingdings" panose="05000000000000000000" charset="0"/>
              <a:buChar char="§"/>
            </a:pPr>
            <a:r>
              <a:t>Using Random Forest Regressor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charset="0"/>
              <a:buChar char="Ø"/>
            </a:pPr>
            <a:r>
              <a:t> Predict student GPA using lifestyle and academic factors</a:t>
            </a:r>
          </a:p>
          <a:p>
            <a:pPr>
              <a:buFont typeface="Wingdings" panose="05000000000000000000" charset="0"/>
              <a:buChar char="Ø"/>
            </a:pPr>
            <a:r>
              <a:t>Uses Machine Learning (Random Forest)</a:t>
            </a:r>
          </a:p>
          <a:p>
            <a:pPr>
              <a:buFont typeface="Wingdings" panose="05000000000000000000" charset="0"/>
              <a:buChar char="Ø"/>
            </a:pPr>
            <a:r>
              <a:t>Dataset contains 1,800 student records</a:t>
            </a:r>
          </a:p>
          <a:p>
            <a:pPr>
              <a:buFont typeface="Wingdings" panose="05000000000000000000" charset="0"/>
              <a:buChar char="Ø"/>
            </a:pPr>
            <a:r>
              <a:t>Helps identify factors affecting academic performance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pPr>
              <a:buFont typeface="Wingdings" panose="05000000000000000000" charset="0"/>
              <a:buChar char="Ø"/>
            </a:pPr>
            <a:r>
              <a:t> Study Hours Per Day</a:t>
            </a:r>
          </a:p>
          <a:p>
            <a:pPr>
              <a:buFont typeface="Wingdings" panose="05000000000000000000" charset="0"/>
              <a:buChar char="Ø"/>
            </a:pPr>
            <a:r>
              <a:t> Sleep Hours Per Day</a:t>
            </a:r>
          </a:p>
          <a:p>
            <a:pPr>
              <a:buFont typeface="Wingdings" panose="05000000000000000000" charset="0"/>
              <a:buChar char="Ø"/>
            </a:pPr>
            <a:r>
              <a:t>Social Hours Per Day</a:t>
            </a:r>
          </a:p>
          <a:p>
            <a:pPr>
              <a:buFont typeface="Wingdings" panose="05000000000000000000" charset="0"/>
              <a:buChar char="Ø"/>
            </a:pPr>
            <a:r>
              <a:t>Extracurricular Hours</a:t>
            </a:r>
          </a:p>
          <a:p>
            <a:pPr>
              <a:buFont typeface="Wingdings" panose="05000000000000000000" charset="0"/>
              <a:buChar char="Ø"/>
            </a:pPr>
            <a:r>
              <a:t>Physical Activity Hours</a:t>
            </a:r>
          </a:p>
          <a:p>
            <a:pPr>
              <a:buFont typeface="Wingdings" panose="05000000000000000000" charset="0"/>
              <a:buChar char="Ø"/>
            </a:pPr>
            <a:r>
              <a:t>Living Arrangement</a:t>
            </a:r>
          </a:p>
          <a:p>
            <a:pPr>
              <a:buFont typeface="Wingdings" panose="05000000000000000000" charset="0"/>
              <a:buChar char="Ø"/>
            </a:pPr>
            <a:r>
              <a:t> Monthly Budget (ETB)</a:t>
            </a:r>
          </a:p>
          <a:p>
            <a:pPr>
              <a:buFont typeface="Wingdings" panose="05000000000000000000" charset="0"/>
              <a:buChar char="Ø"/>
            </a:pPr>
            <a:r>
              <a:t> Attendance Rate</a:t>
            </a:r>
          </a:p>
          <a:p>
            <a:pPr>
              <a:buFont typeface="Wingdings" panose="05000000000000000000" charset="0"/>
              <a:buChar char="Ø"/>
            </a:pPr>
            <a:r>
              <a:t>Stress Level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Variable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Target: GPA (0.0 – 4.0 scale)</a:t>
            </a:r>
          </a:p>
          <a:p>
            <a:r>
              <a:t>• Model predicts GPA value</a:t>
            </a:r>
          </a:p>
          <a:p>
            <a:r>
              <a:t>• GPA categories used for evaluation:</a:t>
            </a:r>
          </a:p>
          <a:p>
            <a:r>
              <a:t>   - Low (&lt;2.0)</a:t>
            </a:r>
          </a:p>
          <a:p>
            <a:r>
              <a:t>   - Medium (2.0 – 3.0)</a:t>
            </a:r>
          </a:p>
          <a:p>
            <a:r>
              <a:t>   - High (&gt;3.0)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charset="0"/>
              <a:buChar char="Ø"/>
            </a:pPr>
            <a:r>
              <a:t>Data preprocessing</a:t>
            </a:r>
          </a:p>
          <a:p>
            <a:pPr>
              <a:buFont typeface="Wingdings" panose="05000000000000000000" charset="0"/>
              <a:buChar char="Ø"/>
            </a:pPr>
            <a:r>
              <a:t>Remove Student_ID</a:t>
            </a:r>
          </a:p>
          <a:p>
            <a:pPr>
              <a:buFont typeface="Wingdings" panose="05000000000000000000" charset="0"/>
              <a:buChar char="Ø"/>
            </a:pPr>
            <a:r>
              <a:t>Encode categorical data</a:t>
            </a:r>
          </a:p>
          <a:p>
            <a:pPr>
              <a:buFont typeface="Wingdings" panose="05000000000000000000" charset="0"/>
              <a:buChar char="Ø"/>
            </a:pPr>
            <a:r>
              <a:t>Feature scaling using StandardScaler</a:t>
            </a:r>
          </a:p>
          <a:p>
            <a:pPr>
              <a:buFont typeface="Wingdings" panose="05000000000000000000" charset="0"/>
              <a:buChar char="Ø"/>
            </a:pPr>
            <a:r>
              <a:t>Train/Test split (80% / 20%)</a:t>
            </a:r>
          </a:p>
          <a:p>
            <a:pPr>
              <a:buFont typeface="Wingdings" panose="05000000000000000000" charset="0"/>
              <a:buChar char="Ø"/>
            </a:pPr>
            <a:r>
              <a:t>Model: RandomForestRegressor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charset="0"/>
              <a:buChar char="Ø"/>
            </a:pPr>
            <a:r>
              <a:t>Confusion Matrix used for performance evaluation</a:t>
            </a:r>
          </a:p>
          <a:p>
            <a:pPr>
              <a:buFont typeface="Wingdings" panose="05000000000000000000" charset="0"/>
              <a:buChar char="Ø"/>
            </a:pPr>
            <a:r>
              <a:t> Medium GPA accuracy ≈ 0.66 recall</a:t>
            </a:r>
          </a:p>
          <a:p>
            <a:pPr>
              <a:buFont typeface="Wingdings" panose="05000000000000000000" charset="0"/>
              <a:buChar char="Ø"/>
            </a:pPr>
            <a:r>
              <a:t>High GPA accuracy ≈ 0.97 recall</a:t>
            </a:r>
          </a:p>
          <a:p>
            <a:pPr>
              <a:buFont typeface="Wingdings" panose="05000000000000000000" charset="0"/>
              <a:buChar char="Ø"/>
            </a:pPr>
            <a:r>
              <a:t>Overall prediction accuracy ≈ 89%</a:t>
            </a:r>
          </a:p>
          <a:p>
            <a:pPr>
              <a:buFont typeface="Wingdings" panose="05000000000000000000" charset="0"/>
              <a:buChar char="Ø"/>
            </a:pPr>
            <a:r>
              <a:t>Model performs well for high-performing students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charset="0"/>
              <a:buChar char="Ø"/>
            </a:pPr>
            <a:r>
              <a:t> Attendance rate strongly influences GPA</a:t>
            </a:r>
          </a:p>
          <a:p>
            <a:pPr>
              <a:buFont typeface="Wingdings" panose="05000000000000000000" charset="0"/>
              <a:buChar char="Ø"/>
            </a:pPr>
            <a:r>
              <a:t> Study hours are a key success factor</a:t>
            </a:r>
          </a:p>
          <a:p>
            <a:pPr>
              <a:buFont typeface="Wingdings" panose="05000000000000000000" charset="0"/>
              <a:buChar char="Ø"/>
            </a:pPr>
            <a:r>
              <a:t>Machine learning helps analyze student performance</a:t>
            </a:r>
          </a:p>
          <a:p>
            <a:pPr>
              <a:buFont typeface="Wingdings" panose="05000000000000000000" charset="0"/>
              <a:buChar char="Ø"/>
            </a:pPr>
            <a:r>
              <a:t>System can guide students to improve study habits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1214</Words>
  <Application>WPS Presentation</Application>
  <PresentationFormat>On-screen Show (4:3)</PresentationFormat>
  <Paragraphs>58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Wingdings</vt:lpstr>
      <vt:lpstr>Office Theme</vt:lpstr>
      <vt:lpstr>Title Slide</vt:lpstr>
      <vt:lpstr>Project Overview</vt:lpstr>
      <vt:lpstr>Dataset Description</vt:lpstr>
      <vt:lpstr>Target Variable</vt:lpstr>
      <vt:lpstr>Methodology</vt:lpstr>
      <vt:lpstr>Model Evaluation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Ashenafi</cp:lastModifiedBy>
  <cp:revision>2</cp:revision>
  <dcterms:created xsi:type="dcterms:W3CDTF">2013-01-27T09:14:00Z</dcterms:created>
  <dcterms:modified xsi:type="dcterms:W3CDTF">2026-03-05T21:12:43Z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388EF6DE26EE493F87A7BFF8AC01945E_12</vt:lpwstr>
  </property>
  <property fmtid="{D5CDD505-2E9C-101B-9397-08002B2CF9AE}" pid="3" name="KSOProductBuildVer">
    <vt:lpwstr>1033-12.2.0.23196</vt:lpwstr>
  </property>
</Properties>
</file>